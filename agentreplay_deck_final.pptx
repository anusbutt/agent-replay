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agentreplay record --run nestaro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5544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AgentReplay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flight recorder and time-travel debugger for AI agents.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every step.  </a:t>
            </a:r>
            <a:pPr indent="0" marL="0">
              <a:buNone/>
            </a:pPr>
            <a:r>
              <a:rPr lang="en-US" sz="1800" b="1" dirty="0">
                <a:solidFill>
                  <a:srgbClr val="E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the failure.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fix.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623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Developer Hackathon ACT II  ·  Track 3 — Open Innovation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Anas Yousuf  ·  github.com/anusbutt/agent-replay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agent lied to a customer.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luck finding out why.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Nestaro — my production lead-qualification agent for home-service businesses — booked appointments off the calendar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non-deterministically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customer complained. The bug had already happened; it was gone.
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 had was raw logs and prompt files. No timeline, no state, no way to re-create the exact conversation that broke.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223760" y="2057400"/>
            <a:ext cx="4297680" cy="3063240"/>
          </a:xfrm>
          <a:prstGeom prst="roundRect">
            <a:avLst>
              <a:gd name="adj" fmla="val 3582"/>
            </a:avLst>
          </a:prstGeom>
          <a:solidFill>
            <a:srgbClr val="1F232B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23774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E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hrs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7498080" y="3794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locate one bad turn,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grepping logs and prompt files by hand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agents fail probabilistically. logs weren't built for that.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the run. </a:t>
            </a:r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rerun the agent.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failure that happens once is the flag. Re-running produces a different conversation — the one that broke is gone forever. Unless you recorded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1F232B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Rerun the agent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inputs, new sampling — a different conversation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failing turn may simply not reproduce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if it "works now", nothing is proven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customer's actual bug remains unexplained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237744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1F232B"/>
          </a:solidFill>
          <a:ln w="19050">
            <a:solidFill>
              <a:srgbClr val="E826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Fork the recorded run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320040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from the failing step — with the fix applied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the exact conversation that broke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inference at temp 0, tools sandboxed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run, parent_run_id set — parent never touched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compare proves the fix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loop, five verbs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2084832" cy="685800"/>
          </a:xfrm>
          <a:prstGeom prst="roundRect">
            <a:avLst>
              <a:gd name="adj" fmla="val 10667"/>
            </a:avLst>
          </a:prstGeom>
          <a:solidFill>
            <a:srgbClr val="262B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246888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SDK captures every LLM call, tool call, and state change — zero code changes to agent logic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606040" y="170992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71216" y="1600200"/>
            <a:ext cx="2084832" cy="685800"/>
          </a:xfrm>
          <a:prstGeom prst="roundRect">
            <a:avLst>
              <a:gd name="adj" fmla="val 10667"/>
            </a:avLst>
          </a:prstGeom>
          <a:solidFill>
            <a:srgbClr val="262B34"/>
          </a:solidFill>
          <a:ln/>
        </p:spPr>
      </p:sp>
      <p:sp>
        <p:nvSpPr>
          <p:cNvPr id="8" name="Text 6"/>
          <p:cNvSpPr/>
          <p:nvPr/>
        </p:nvSpPr>
        <p:spPr>
          <a:xfrm>
            <a:off x="2871216" y="16002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916936" y="246888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runs surface on the dashboard timeline, step by step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37176" y="170992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02352" y="1600200"/>
            <a:ext cx="2084832" cy="685800"/>
          </a:xfrm>
          <a:prstGeom prst="roundRect">
            <a:avLst>
              <a:gd name="adj" fmla="val 10667"/>
            </a:avLst>
          </a:prstGeom>
          <a:solidFill>
            <a:srgbClr val="262B34"/>
          </a:solidFill>
          <a:ln/>
        </p:spPr>
      </p:sp>
      <p:sp>
        <p:nvSpPr>
          <p:cNvPr id="12" name="Text 10"/>
          <p:cNvSpPr/>
          <p:nvPr/>
        </p:nvSpPr>
        <p:spPr>
          <a:xfrm>
            <a:off x="5102352" y="16002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48072" y="246888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root-cause analysis pinpoints the failing step and why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068312" y="170992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33488" y="1600200"/>
            <a:ext cx="2084832" cy="685800"/>
          </a:xfrm>
          <a:prstGeom prst="roundRect">
            <a:avLst>
              <a:gd name="adj" fmla="val 10667"/>
            </a:avLst>
          </a:prstGeom>
          <a:solidFill>
            <a:srgbClr val="E8262C"/>
          </a:solidFill>
          <a:ln/>
        </p:spPr>
      </p:sp>
      <p:sp>
        <p:nvSpPr>
          <p:cNvPr id="16" name="Text 14"/>
          <p:cNvSpPr/>
          <p:nvPr/>
        </p:nvSpPr>
        <p:spPr>
          <a:xfrm>
            <a:off x="7333488" y="16002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79208" y="246888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from that step with a fix — new run, parent untouched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299448" y="170992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64624" y="1600200"/>
            <a:ext cx="2084832" cy="685800"/>
          </a:xfrm>
          <a:prstGeom prst="roundRect">
            <a:avLst>
              <a:gd name="adj" fmla="val 10667"/>
            </a:avLst>
          </a:prstGeom>
          <a:solidFill>
            <a:srgbClr val="262B34"/>
          </a:solidFill>
          <a:ln/>
        </p:spPr>
      </p:sp>
      <p:sp>
        <p:nvSpPr>
          <p:cNvPr id="20" name="Text 18"/>
          <p:cNvSpPr/>
          <p:nvPr/>
        </p:nvSpPr>
        <p:spPr>
          <a:xfrm>
            <a:off x="9564624" y="16002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610344" y="246888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compare against the exact broken conversation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480560"/>
            <a:ext cx="10908792" cy="1554480"/>
          </a:xfrm>
          <a:prstGeom prst="roundRect">
            <a:avLst>
              <a:gd name="adj" fmla="val 7059"/>
            </a:avLst>
          </a:prstGeom>
          <a:solidFill>
            <a:srgbClr val="1F232B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9834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SDK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drop-in recorder, never raises into host agent code     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Postgres (NeonDB)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runs &amp; events as JSONB
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dashboard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timeline, analysis, fork &amp; compare     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model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new run row + parent_run_id / fork_step — parents are immutable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Compute Usage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760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Radeon gfx1100 (RDNA3, 48 GB)</a:t>
            </a:r>
            <a:endParaRPr lang="en-US" sz="15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Developer Cloud hackathon pod, ROCm 7.2</a:t>
            </a:r>
            <a:endParaRPr lang="en-US" sz="15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built for ROCm — verified</a:t>
            </a:r>
            <a:endParaRPr lang="en-US" sz="15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torch.version.hip = 7.2.53211  ·  torch.version.cuda = None</a:t>
            </a:r>
            <a:endParaRPr lang="en-US" sz="15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compute executed on-device</a:t>
            </a:r>
            <a:endParaRPr lang="en-US" sz="15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4096×4096 matmul on the Radeon, memory allocated &amp; verified via rocm-smi</a:t>
            </a:r>
            <a:endParaRPr lang="en-US" sz="15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committed in the repo</a:t>
            </a:r>
            <a:endParaRPr lang="en-US" sz="15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amd/ — environment capture, rocm-smi output, runnable compute check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demo serves analysis via OpenRouter — provider-swappable (ANALYSIS_BASE_URL / _API_KEY / _MODEL). AMD compute is demonstrated in amd/.</a:t>
            </a:r>
            <a:endParaRPr lang="en-US" sz="1200" dirty="0"/>
          </a:p>
        </p:txBody>
      </p:sp>
      <p:pic>
        <p:nvPicPr>
          <p:cNvPr id="5" name="Image 0" descr="/home/claude/amd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965960"/>
            <a:ext cx="4754880" cy="2935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0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pod terminal — rocm-smi + verified GPU compute (gfx1100)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loop, on a real production bug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staged demo: Nestaro's actual Friday/Saturday misbooking, recorded in production, fixed with a fork.</a:t>
            </a:r>
            <a:endParaRPr lang="en-US" sz="1500" dirty="0"/>
          </a:p>
        </p:txBody>
      </p:sp>
      <p:pic>
        <p:nvPicPr>
          <p:cNvPr id="4" name="Image 0" descr="/home/claude/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6903720" cy="3026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212080"/>
            <a:ext cx="6903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 — </a:t>
            </a:r>
            <a:pPr indent="0" marL="0">
              <a:buNone/>
            </a:pPr>
            <a:r>
              <a:rPr lang="en-US" sz="12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fork flips the booking Saturday → Friday against the exact recorded conversation. No tool call issued — the fork never re-books.</a:t>
            </a:r>
            <a:endParaRPr lang="en-US" sz="1250" dirty="0"/>
          </a:p>
        </p:txBody>
      </p:sp>
      <p:pic>
        <p:nvPicPr>
          <p:cNvPr id="6" name="Image 1" descr="/home/claude/reco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057400"/>
            <a:ext cx="3749040" cy="16367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1812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— </a:t>
            </a:r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LLM call captured verbatim, input and output</a:t>
            </a:r>
            <a:endParaRPr lang="en-US" sz="1050" dirty="0"/>
          </a:p>
        </p:txBody>
      </p:sp>
      <p:pic>
        <p:nvPicPr>
          <p:cNvPr id="8" name="Image 2" descr="/home/claude/analyz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224528"/>
            <a:ext cx="3749040" cy="16459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18120" y="59253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 + ANALYZE — </a:t>
            </a:r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at step 2, fix suggested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908792" cy="1417320"/>
          </a:xfrm>
          <a:prstGeom prst="roundRect">
            <a:avLst>
              <a:gd name="adj" fmla="val 7742"/>
            </a:avLst>
          </a:prstGeom>
          <a:solidFill>
            <a:srgbClr val="1F232B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019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18288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SDK coverage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65960" y="2267712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agents built on any stack — more frameworks, more providers, same data contract.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273552"/>
            <a:ext cx="10908792" cy="1417320"/>
          </a:xfrm>
          <a:prstGeom prst="roundRect">
            <a:avLst>
              <a:gd name="adj" fmla="val 7742"/>
            </a:avLst>
          </a:prstGeom>
          <a:solidFill>
            <a:srgbClr val="1F232B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52958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65960" y="345643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sandbox to source — with a human gate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65960" y="3895344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traces the proven fork back to a real code fix and proposes the patch. Nothing lands without human approval (HITL). Only irreversible actions get gated — approvals stay meaningful, not theater.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901184"/>
            <a:ext cx="10908792" cy="1417320"/>
          </a:xfrm>
          <a:prstGeom prst="roundRect">
            <a:avLst>
              <a:gd name="adj" fmla="val 7742"/>
            </a:avLst>
          </a:prstGeom>
          <a:solidFill>
            <a:srgbClr val="1F232B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15721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65960" y="5084064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suites as regression tests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65960" y="5522976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fixed failure becomes a CI test: replay the recorded conversation on every deploy, fail the build if the bug comes back.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run a production agent.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built the tool I needed at 2am.”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310896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Nestaro qualifies leads for US home-service businesses in production, today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bug is real: recorded in production, root-caused, fork-fixed, proven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Solo, spec-driven build: constitution → spec → plan → tasks — 50/50 tasks, 48/48 tests green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Clean-checkout validated: fresh clone runs the full stack with real inference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github.com/anusbutt/agent-replay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·    live: agent-replay-phi.vercel.app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2026-07-10T19:57:26Z</dcterms:created>
  <dcterms:modified xsi:type="dcterms:W3CDTF">2026-07-10T19:57:26Z</dcterms:modified>
</cp:coreProperties>
</file>